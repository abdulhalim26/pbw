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6583680" cy="75438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2011680" cy="347472"/>
          </a:xfrm>
          <a:prstGeom prst="rect">
            <a:avLst>
              <a:gd name="adj" fmla="val 13158"/>
            </a:avLst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PERTEMUAN 10  |  BAB IX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Mengkoneksikan PHP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Database MySQL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3200400" cy="50292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060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dengan PHP dan MariaDB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3474720" cy="960120"/>
          </a:xfrm>
          <a:prstGeom prst="rect">
            <a:avLst/>
          </a:prstGeom>
          <a:solidFill>
            <a:srgbClr val="0D47A1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004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$conn = new mysqli('localhost', 'root', '', 'db');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PHP + MySQL = Web Dinamis!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0" y="440740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Singaperbangsa Karawang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– PHP &amp; MySQL  |  Pertemuan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49808"/>
            <a:ext cx="502920" cy="65836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498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82296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konsep integrasi PHP dan MySQL dalam pengembangan web dinamis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54480"/>
            <a:ext cx="502920" cy="65836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544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62763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koneksi PHP ke database MySQL menggunakan ekstensi MySQLi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5915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59152"/>
            <a:ext cx="502920" cy="65836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591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432304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operasi CRUD: Create, Read, Update, Delete dengan PHP-MySQL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16382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63824"/>
            <a:ext cx="502920" cy="65836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6382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369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Prepared Statements untuk keamanan query dari SQL Injection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96849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68496"/>
            <a:ext cx="502920" cy="65836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6849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0416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aplikasi web sederhana pengelolaan data berbasis CRUD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MySQL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– PHP &amp; MySQL  |  Pertemuan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7772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MySQL?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= Relational Database Management System (RDBMS) open-source</a:t>
            </a:r>
            <a:pPr indent="0" marL="0">
              <a:spcAft>
                <a:spcPts val="800"/>
              </a:spcAft>
              <a:buNone/>
            </a:pP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Dikembangkan oleh MySQL AB → diakuisisi Sun Microsystems → Oracle</a:t>
            </a:r>
            <a:pPr indent="0" marL="0">
              <a:spcAft>
                <a:spcPts val="800"/>
              </a:spcAft>
              <a:buNone/>
            </a:pP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bahasa SQL (Structured Query Language)</a:t>
            </a:r>
            <a:pPr indent="0" marL="0">
              <a:spcAft>
                <a:spcPts val="800"/>
              </a:spcAft>
              <a:buNone/>
            </a:pP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data dalam tabel-tabel yang saling terhubung melalui relasi</a:t>
            </a:r>
            <a:pPr indent="0" marL="0">
              <a:spcAft>
                <a:spcPts val="800"/>
              </a:spcAft>
              <a:buNone/>
            </a:pP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Tersedia di server lokal (XAMPP, WAMP, MAMP) maupun cloud (AWS RDS, Google Cloud SQL)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77840" y="6858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MySQL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115568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115568"/>
            <a:ext cx="73152" cy="74980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7568" y="111556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81344" y="11155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 &amp; Ringan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2029968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2029968"/>
            <a:ext cx="73152" cy="7498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202996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81344" y="20299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Tinggi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2944368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2944368"/>
            <a:ext cx="73152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294436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81344" y="29443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Digunakan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3858768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3858768"/>
            <a:ext cx="73152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385876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81344" y="38587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Luas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MySQL = Kombinasi Andalan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– PHP &amp; MySQL  |  Pertemuan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1737360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7132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User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078992"/>
            <a:ext cx="137160" cy="9144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713232"/>
            <a:ext cx="1737360" cy="82296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7132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078992"/>
            <a:ext cx="137160" cy="9144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713232"/>
            <a:ext cx="1737360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43400" y="7132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78992"/>
            <a:ext cx="137160" cy="9144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713232"/>
            <a:ext cx="173736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7132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173736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1737360"/>
            <a:ext cx="4114800" cy="29260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7373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MySQLi  (MySQL Improved)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2066544"/>
            <a:ext cx="3895344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khusus pada MySQL
</a:t>
            </a:r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gaya prosedural &amp; OOP
</a:t>
            </a:r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&amp; Multiple Statements
</a:t>
            </a:r>
            <a:pPr indent="0" marL="0">
              <a:buNone/>
            </a:pPr>
            <a:r>
              <a:rPr lang="en-US" sz="10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pPr indent="0" marL="0">
              <a:buNone/>
            </a:pPr>
            <a:r>
              <a:rPr lang="en-US" sz="10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pada modul ini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737360"/>
            <a:ext cx="4160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737360"/>
            <a:ext cx="4160520" cy="29260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7373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 (PHP Data Objects)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2066544"/>
            <a:ext cx="3941064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banyak jenis database
</a:t>
            </a:r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SQLite, MSSQL, Oracle...
</a:t>
            </a:r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aplikasi multi-database
</a:t>
            </a:r>
            <a:pPr indent="0" marL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Baik untuk migrasi database masa depan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CRUD dalam PHP-MySQL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– PHP &amp; MySQL  |  Pertemuan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13232"/>
            <a:ext cx="64008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132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51560" y="7863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1188720"/>
            <a:ext cx="137160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188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7863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baris data baru ke dalam tabel database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Mendaftar akun baru, submit form produk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941832"/>
            <a:ext cx="2194560" cy="457200"/>
          </a:xfrm>
          <a:prstGeom prst="rect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941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operation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1764792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764792"/>
            <a:ext cx="640080" cy="9144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76479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51560" y="18379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51560" y="2240280"/>
            <a:ext cx="137160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183794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dan menampilkan data dari tabel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2240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Menampilkan daftar buku, profil pengguna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92240" y="1993392"/>
            <a:ext cx="2194560" cy="457200"/>
          </a:xfrm>
          <a:prstGeom prst="rect">
            <a:avLst/>
          </a:prstGeom>
          <a:solidFill>
            <a:srgbClr val="1976D2">
              <a:alpha val="20000"/>
            </a:srgbClr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993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operation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816352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16352"/>
            <a:ext cx="640080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81635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051560" y="288950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51560" y="3291840"/>
            <a:ext cx="137160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60320" y="28895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Memperbarui/mengubah data yang sudah ada di tabel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60320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Edit data profil, ubah stok produk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92240" y="3044952"/>
            <a:ext cx="2194560" cy="457200"/>
          </a:xfrm>
          <a:prstGeom prst="rect">
            <a:avLst/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0449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operation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3867912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867912"/>
            <a:ext cx="640080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86791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051560" y="39410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51560" y="4343400"/>
            <a:ext cx="137160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0" y="39410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satu atau beberapa baris dari tabel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60320" y="4343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Hapus akun, hapus produk dari keranjang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92240" y="4096512"/>
            <a:ext cx="2194560" cy="457200"/>
          </a:xfrm>
          <a:prstGeom prst="rect">
            <a:avLst/>
          </a:prstGeom>
          <a:solidFill>
            <a:srgbClr val="C62828">
              <a:alpha val="2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40965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operation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PHP ke MySQL — mysqli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– PHP &amp; MySQL  |  Pertemuan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mysqli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78992"/>
            <a:ext cx="73152" cy="6858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155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1408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'localhost'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12161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Nama/IP server MySQL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01952"/>
            <a:ext cx="73152" cy="6858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93852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2311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'root'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20240" y="20391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pengguna database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24912"/>
            <a:ext cx="73152" cy="6858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761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30540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'password'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28620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sandi database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47872"/>
            <a:ext cx="73152" cy="6858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58444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38770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'nama_db'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0240" y="3685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database yang digunakan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713232"/>
            <a:ext cx="4069080" cy="3200400"/>
          </a:xfrm>
          <a:prstGeom prst="rect">
            <a:avLst/>
          </a:prstGeom>
          <a:solidFill>
            <a:srgbClr val="1E2A3A"/>
          </a:solidFill>
          <a:ln w="12700">
            <a:solidFill>
              <a:srgbClr val="3747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713232"/>
            <a:ext cx="4069080" cy="21945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7132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64608" y="950976"/>
            <a:ext cx="3886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Buat koneksi OOP
</a:t>
            </a:r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$conn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</a:t>
            </a:r>
            <a:pPr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mysqli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'localhost',
</a:t>
            </a:r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'root',
</a:t>
            </a:r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'password',
</a:t>
            </a:r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'nama_db'
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Cek error koneksi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($conn-&gt;</a:t>
            </a:r>
            <a:pPr indent="0" marL="0">
              <a:buNone/>
            </a:pPr>
            <a:r>
              <a:rPr lang="en-US" sz="9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connect_error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die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("Gagal: " . $conn-&gt;connect_error);
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160520"/>
            <a:ext cx="845820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1879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koneksi dalam file terpisah </a:t>
            </a:r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koneksi.php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lalu gunakan </a:t>
            </a:r>
            <a:pPr indent="0" marL="0">
              <a:buNone/>
            </a:pPr>
            <a:r>
              <a:rPr lang="en-US" sz="105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'koneksi.php';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setiap halaman yang membutuhkan database.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Data — INSERT INTO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– PHP &amp; MySQL  |  Pertemuan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Implementasi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07899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query dengan Prepared Statement (gunakan ? sebagai placeholder)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7373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parameter: s=string, i=integer, d=double (urutan sesuai kolom)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5973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9572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Eksekusi dengan execute() dan tampilkan pesan sukses/gagal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127248"/>
            <a:ext cx="4572000" cy="56692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54680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KEAMANAN: </a:t>
            </a:r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gunakan Prepared Statements! Jangan pernah menyisipkan variabel langsung ke dalam query string.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20640" y="713232"/>
            <a:ext cx="3703320" cy="4069080"/>
          </a:xfrm>
          <a:prstGeom prst="rect">
            <a:avLst/>
          </a:prstGeom>
          <a:solidFill>
            <a:srgbClr val="1E2A3A"/>
          </a:solidFill>
          <a:ln w="12700">
            <a:solidFill>
              <a:srgbClr val="3747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0" y="713232"/>
            <a:ext cx="3703320" cy="21945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7132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30368" y="950976"/>
            <a:ext cx="35204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'koneksi.php';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($_SERVER['REQUEST_METHOD'] == 'POST') {
</a:t>
            </a:r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$judul   = $_POST['judul'];
</a:t>
            </a:r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$penulis = $_POST['penulis'];
</a:t>
            </a:r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$harga   = $_POST['harga'];
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$stmt = $conn-&gt;prepare(
</a:t>
            </a:r>
            <a:pPr indent="0" marL="0">
              <a:buNone/>
            </a:pPr>
            <a:r>
              <a:rPr lang="en-US" sz="9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"INSERT INTO buku
     (judul,penulis,harga)
     VALUES (?,?,?)"
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
</a:t>
            </a:r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$stmt-&gt;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bind_param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("ssi",
    $judul,$penulis,$harga);
</a:t>
            </a:r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$stmt-&gt;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Data — SELECT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– PHP &amp; MySQL  |  Pertemuan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Pengambilan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2743200" cy="59436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789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query("SELECT * FROM buku")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325880"/>
            <a:ext cx="137160" cy="9144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78992"/>
            <a:ext cx="2743200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0789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fetch_assoc()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137160" cy="9144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078992"/>
            <a:ext cx="27432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0789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/ tampil HTML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828800"/>
            <a:ext cx="5120640" cy="2944368"/>
          </a:xfrm>
          <a:prstGeom prst="rect">
            <a:avLst/>
          </a:prstGeom>
          <a:solidFill>
            <a:srgbClr val="1E2A3A"/>
          </a:solidFill>
          <a:ln w="12700">
            <a:solidFill>
              <a:srgbClr val="3747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828800"/>
            <a:ext cx="5120640" cy="21945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828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" y="2066544"/>
            <a:ext cx="49377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'koneksi.php';
</a:t>
            </a:r>
            <a:pPr indent="0" marL="0">
              <a:buNone/>
            </a:pPr>
            <a:r>
              <a:rPr lang="en-US" sz="9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$sql    = "SELECT * FROM buku";
</a:t>
            </a:r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$result = $conn-&gt;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query($sql);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(!$result) {
  die("Query gagal: " . $conn-&gt;error);
}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($row = $result-&gt;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fetch_assoc()) {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htmlspecialchars($row['Judul']);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$row['Penulis'];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$conn-&gt;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close();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23560" y="1828800"/>
            <a:ext cx="320040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0" y="1828800"/>
            <a:ext cx="3200400" cy="29260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828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Penting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42432" y="2212848"/>
            <a:ext cx="29626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htmlspecialchars() mencegah serangan XSS (Cross-Site Scripting)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42432" y="2852928"/>
            <a:ext cx="29626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number_format() untuk format angka desimal (harga, dll)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742432" y="3493008"/>
            <a:ext cx="29626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fetch_assoc() mengembalikan array asosiatif per baris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42432" y="4133088"/>
            <a:ext cx="29626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🔚  Selalu tutup koneksi: $conn-&gt;close()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Data — DELETE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– PHP &amp; MySQL  |  Pertemuan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58200" cy="530352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132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PERHATIAN! 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tanpa klausa WHERE akan menghapus </a:t>
            </a:r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data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dalam tabel. Selalu sertakan kondisi WHERE!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074920" cy="3447288"/>
          </a:xfrm>
          <a:prstGeom prst="rect">
            <a:avLst/>
          </a:prstGeom>
          <a:solidFill>
            <a:srgbClr val="1E2A3A"/>
          </a:solidFill>
          <a:ln w="12700">
            <a:solidFill>
              <a:srgbClr val="3747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5074920" cy="21945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563624"/>
            <a:ext cx="4892040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'koneksi.php';
</a:t>
            </a:r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Validasi ID dari URL (?id=5)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(isset($_GET['id']) &amp;&amp;
   is_numeric($_GET['id'])) {
</a:t>
            </a:r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$id   = $_GET['id'];
</a:t>
            </a:r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$stmt = $conn-&gt;</a:t>
            </a:r>
            <a:pPr indent="0" marL="0">
              <a:buNone/>
            </a:pPr>
            <a:r>
              <a:rPr lang="en-US" sz="9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prepare(
    "DELETE FROM buku WHERE id=?"
  );
</a:t>
            </a:r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$stmt-&gt;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bind_param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("i", $id);
</a:t>
            </a:r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$stmt-&gt;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execute();
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$stmt-&gt;close();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"ID tidak valid!";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$conn-&gt;close();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77840" y="1325880"/>
            <a:ext cx="3246120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1325880"/>
            <a:ext cx="3246120" cy="29260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3258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 &amp; DON'Ts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71907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53328" y="17556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ID: isset() + is_numeric()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222199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53328" y="22585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Prepared Statement dengan 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272491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53328" y="27614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param "i" untuk integer 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322783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53328" y="32644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pesan konfirmasi ke user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373075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53328" y="37673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buku; (tanpa WHERE!)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423367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53328" y="42702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Langsung echo $id ke dalam SQL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Data — UPDATE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– PHP &amp; MySQL  |  Pertemuan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Dasar SQL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475488"/>
          </a:xfrm>
          <a:prstGeom prst="rect">
            <a:avLst/>
          </a:prstGeom>
          <a:solidFill>
            <a:srgbClr val="1E2A3A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nama_tabel  SET kolom1 = nilai1, kolom2 = nilai2  WHERE kondisi;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Tanpa WHERE, semua baris akan diperbarui!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5074920" cy="2880360"/>
          </a:xfrm>
          <a:prstGeom prst="rect">
            <a:avLst/>
          </a:prstGeom>
          <a:solidFill>
            <a:srgbClr val="1E2A3A"/>
          </a:solidFill>
          <a:ln w="12700">
            <a:solidFill>
              <a:srgbClr val="3747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74520"/>
            <a:ext cx="5074920" cy="21945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2112264"/>
            <a:ext cx="48920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'koneksi.php';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(isset($_POST['submit'])) {
</a:t>
            </a:r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$id     = $_POST['id'];
</a:t>
            </a:r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$judul  = $_POST['judul'];
</a:t>
            </a:r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$harga  = $_POST['harga'];
</a:t>
            </a:r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$stmt = $conn-&gt;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prepare(
</a:t>
            </a:r>
            <a:pPr indent="0" marL="0">
              <a:buNone/>
            </a:pPr>
            <a:r>
              <a:rPr lang="en-US" sz="9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"UPDATE buku
     SET Judul=?,Harga=?
     WHERE ID=?"
  );
</a:t>
            </a:r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s=string, d=double, i=integer
</a:t>
            </a:r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$stmt-&gt;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bind_param("sdi",
    $judul,$harga,$id);
</a:t>
            </a:r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$stmt-&gt;execute();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1874520"/>
            <a:ext cx="32461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1874520"/>
            <a:ext cx="324612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874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Bind Parameter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2212848"/>
          <a:ext cx="3154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47472"/>
                <a:gridCol w="749808"/>
                <a:gridCol w="9326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Tipe Data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Kode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PHP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Contoh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Karakter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8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Judul, nama, alamat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Bilangan bulat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8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tahun, stok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8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Harga, nilai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8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File, gambar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— Prepared Statements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– PHP &amp; MySQL  |  Pertemuan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4206240" cy="411480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85800"/>
            <a:ext cx="4206240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85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Tanpa Prepared Statement (BERBAHAYA)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402336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BERBAHAYA! SQL Injection!
</a:t>
            </a:r>
            <a:pPr indent="0" marL="0">
              <a:buNone/>
            </a:pPr>
            <a:r>
              <a:rPr lang="en-US" sz="85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$id  = $_GET['id']; // user: 1 OR 1=1
</a:t>
            </a:r>
            <a:pPr indent="0" marL="0">
              <a:buNone/>
            </a:pPr>
            <a:r>
              <a:rPr lang="en-US" sz="850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$sql = "SELECT * FROM users
         WHERE id = " . $id;
</a:t>
            </a:r>
            <a:pPr indent="0" marL="0">
              <a:buNone/>
            </a:pPr>
            <a:r>
              <a:rPr lang="en-US" sz="8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Query: WHERE id = 1 OR 1=1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 SQL Injection: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Penyerang bisa melihat semua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Dapat memanipulasi / hapus database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381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Bypass login tanpa password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685800"/>
            <a:ext cx="4160520" cy="41148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685800"/>
            <a:ext cx="416052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685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Dengan Prepared Statement (AMAN)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15568"/>
            <a:ext cx="397764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4300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AMAN dengan Prepared Statement
</a:t>
            </a:r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$id   = $_GET['id'];
</a:t>
            </a:r>
            <a:pPr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$conn-&gt;prepare(
</a:t>
            </a:r>
            <a:pPr indent="0" marL="0">
              <a:buNone/>
            </a:pPr>
            <a:r>
              <a:rPr lang="en-US" sz="8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* FROM users WHERE id=?"
</a:t>
            </a:r>
            <a:pPr indent="0" marL="0">
              <a:buNone/>
            </a:pPr>
            <a:r>
              <a:rPr lang="en-US" sz="8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$stmt-&gt;bind_param("i", $id);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$stmt-&gt;execute();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24231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Prepared Statement: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27432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Parameter dipisah dari perintah SQL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0906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Input otomatis di-escape (aman)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43814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Query dikompilasi sekali, efisien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7856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Tersedia di MySQLi &amp; PDO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— Aplikasi Pengelolaan Buku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– PHP &amp; MySQL  |  Pertemuan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pemrograman_web_contoh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4114800" cy="29260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4081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: INT (PK)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700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Judul : VARCHAR(255)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19933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Penulis : VARCHAR(255)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Tahun_Terbit : INT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25786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Harga : DECIMAL(10,2)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2871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stok : INT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078992"/>
            <a:ext cx="411480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78992"/>
            <a:ext cx="411480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14081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: INT (PK)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64608" y="1700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 : VARCHAR(255)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64608" y="19933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Alamat : VARCHAR(255)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64608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: VARCHAR(255)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64608" y="25786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Telepon : VARCHAR(20)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063240"/>
            <a:ext cx="411480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063240"/>
            <a:ext cx="411480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63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33924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: INT (PK)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9768" y="3685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Tanggal_Pesanan : DATE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9768" y="3977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Pelanggan_ID : INT (FK)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9768" y="4270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Total_Harga : DECIMAL(10,2)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11480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063240"/>
            <a:ext cx="411480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063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detail_pesanan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33924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Pesanan_ID : INT (FK)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64608" y="3685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Buku_ID : INT (FK)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64608" y="3977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Kuantitas : INT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64608" y="4270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Harga_Per_Satuan : DECIMAL(10,2)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817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 buku ↔ detail_pesanan  (via Buku_ID)   |   pesanan ↔ detail_pesanan  (via Pesanan_ID)   |   pelanggan ↔ pesanan  (via Pelanggan_ID)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File Aplikasi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– PHP &amp; MySQL  |  Pertemuan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4114800" cy="4343400"/>
          </a:xfrm>
          <a:prstGeom prst="rect">
            <a:avLst/>
          </a:prstGeom>
          <a:solidFill>
            <a:srgbClr val="1E2A3A"/>
          </a:solidFill>
          <a:ln w="12700">
            <a:solidFill>
              <a:srgbClr val="3747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85800"/>
            <a:ext cx="4114800" cy="21945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85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923544"/>
            <a:ext cx="39319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
</a:t>
            </a:r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koneksi.php
</a:t>
            </a:r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Koneksi ke database MySQL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index.php
</a:t>
            </a:r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Halaman utama – tampil data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tambah.php
</a:t>
            </a:r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Form tambah buku baru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proses_tambah.php
</a:t>
            </a:r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Proses INSERT ke database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edit.php
</a:t>
            </a:r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Form edit – pre-filled data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proses_edit.php
</a:t>
            </a:r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Proses UPDATE ke database
</a:t>
            </a:r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hapus.php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Proses DELETE dari database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68580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Aplikasi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78992"/>
            <a:ext cx="4160520" cy="56692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7899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73352"/>
            <a:ext cx="384048" cy="128016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810512"/>
            <a:ext cx="4160520" cy="56692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81051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404872"/>
            <a:ext cx="384048" cy="128016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542032"/>
            <a:ext cx="4160520" cy="56692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54203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(Validasi)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3136392"/>
            <a:ext cx="384048" cy="128016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273552"/>
            <a:ext cx="4160520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327355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(Query)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867912"/>
            <a:ext cx="384048" cy="128016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4005072"/>
            <a:ext cx="416052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400507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Materi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– PHP &amp; MySQL  |  Pertemuan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13232"/>
            <a:ext cx="4206240" cy="329184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1323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&amp; PHP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097280"/>
            <a:ext cx="39776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adalah RDBMS open-source yang terintegrasi erat dengan PHP untuk membangun aplikasi web dinamis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06040"/>
            <a:ext cx="4206240" cy="329184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060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Koneksi MySQLi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990088"/>
            <a:ext cx="39776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new mysqli() untuk koneksi OOP dan selalu cek connect_error setelah membuat koneksi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713232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713232"/>
            <a:ext cx="4206240" cy="329184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71323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Operasi CRUD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1097280"/>
            <a:ext cx="39776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(tambah), SELECT (baca), UPDATE (ubah), DELETE (hapus) — empat operasi dasar database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60604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606040"/>
            <a:ext cx="4206240" cy="329184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6060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Keamanan Query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2990088"/>
            <a:ext cx="39776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menggunakan Prepared Statements + bind_param() untuk mencegah SQL Injection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370832"/>
            <a:ext cx="8458200" cy="548640"/>
          </a:xfrm>
          <a:prstGeom prst="rect">
            <a:avLst/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98264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Utama:  </a:t>
            </a:r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Validasi input pengguna  </a:t>
            </a:r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Prepared Statements selalu  </a:t>
            </a:r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Tutup koneksi ($conn-&gt;close())  </a:t>
            </a:r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htmlspecialchars() saat output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 —  PERTEMUAN 10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8458200" cy="475488"/>
          </a:xfrm>
          <a:prstGeom prst="rect">
            <a:avLst/>
          </a:prstGeom>
          <a:solidFill>
            <a:srgbClr val="0D47A1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Buatlah aplikasi web PHP-MySQL sederhana bertema BEBAS (data mahasiswa, produk, pegawai, dll.)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212080" cy="3383280"/>
          </a:xfrm>
          <a:prstGeom prst="rect">
            <a:avLst/>
          </a:prstGeom>
          <a:solidFill>
            <a:srgbClr val="0D47A1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5212080" cy="29260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Ketentuan Wajib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274320" cy="274320"/>
          </a:xfrm>
          <a:prstGeom prst="ellipse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1554480"/>
            <a:ext cx="4617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database MySQL dengan minimal 1 tabel (minimal 5 kolom)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167128"/>
            <a:ext cx="274320" cy="274320"/>
          </a:xfrm>
          <a:prstGeom prst="ellipse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" y="2148840"/>
            <a:ext cx="4617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file koneksi terpisah: koneksi.php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761488"/>
            <a:ext cx="274320" cy="274320"/>
          </a:xfrm>
          <a:prstGeom prst="ellipse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" y="2743200"/>
            <a:ext cx="4617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CRUD lengkap: Tambah (INSERT), Tampil (SELECT), Edit (UPDATE), Hapus (DELETE)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355848"/>
            <a:ext cx="274320" cy="274320"/>
          </a:xfrm>
          <a:prstGeom prst="ellipse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337560"/>
            <a:ext cx="4617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Prepared Statements untuk semua query — BUKAN string langsung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950208"/>
            <a:ext cx="274320" cy="274320"/>
          </a:xfrm>
          <a:prstGeom prst="ellipse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" y="3931920"/>
            <a:ext cx="4617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pesan sukses/gagal pada setiap operasi CRUD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15000" y="1170432"/>
            <a:ext cx="3108960" cy="1664208"/>
          </a:xfrm>
          <a:prstGeom prst="rect">
            <a:avLst/>
          </a:prstGeom>
          <a:solidFill>
            <a:srgbClr val="0D47A1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1170432"/>
            <a:ext cx="31089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11704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Nilai Tambah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15361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Desain rapi (Bootstrap)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06440" y="19385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Fitur pencarian (WHERE LIKE)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06440" y="23408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Pagination untuk data banyak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15000" y="2944368"/>
            <a:ext cx="3108960" cy="1609344"/>
          </a:xfrm>
          <a:prstGeom prst="rect">
            <a:avLst/>
          </a:prstGeom>
          <a:solidFill>
            <a:srgbClr val="0D47A1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2944368"/>
            <a:ext cx="310896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29443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Format Pengumpulan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06440" y="33101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ZIP seluruh folder project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06440" y="362102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Sertakan file SQL database (.sql)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06440" y="3931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Deadline: Minggu depan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06440" y="424281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Sebelum perkuliahan dimulai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dengan PHP dan MariaDB  |  Universitas Singaperbangsa Karawang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Mengkoneksikan PHP dengan Database MySQL</dc:title>
  <dc:subject>PptxGenJS Presentation</dc:subject>
  <dc:creator>Pemrograman Web</dc:creator>
  <cp:lastModifiedBy>Pemrograman Web</cp:lastModifiedBy>
  <cp:revision>1</cp:revision>
  <dcterms:created xsi:type="dcterms:W3CDTF">2026-04-20T02:11:51Z</dcterms:created>
  <dcterms:modified xsi:type="dcterms:W3CDTF">2026-04-20T02:11:51Z</dcterms:modified>
</cp:coreProperties>
</file>